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56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1"/>
            <a:ext cx="7772400" cy="2381250"/>
          </a:xfrm>
        </p:spPr>
        <p:txBody>
          <a:bodyPr/>
          <a:lstStyle/>
          <a:p>
            <a:r>
              <a:rPr lang="en-GB" dirty="0"/>
              <a:t>🎯</a:t>
            </a:r>
            <a:br>
              <a:rPr lang="en-GB" dirty="0"/>
            </a:br>
            <a:r>
              <a:rPr dirty="0"/>
              <a:t>IREPS Indian Railway Tender Data Scraping &amp;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Client Presentation</a:t>
            </a:r>
          </a:p>
          <a:p>
            <a:r>
              <a:rPr dirty="0"/>
              <a:t>By: Anupam Manna</a:t>
            </a:r>
            <a:r>
              <a:rPr lang="en-US" dirty="0"/>
              <a:t> (Data Scientist)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🚚 </a:t>
            </a:r>
            <a:r>
              <a:rPr dirty="0"/>
              <a:t>Goals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Scrape IREPS Tenders: Title, Org, Value, Dates, etc.</a:t>
            </a:r>
          </a:p>
          <a:p>
            <a:r>
              <a:rPr dirty="0"/>
              <a:t>Store data in CSV/Excel &amp; optional database</a:t>
            </a:r>
          </a:p>
          <a:p>
            <a:r>
              <a:rPr dirty="0"/>
              <a:t>Create dashboard visualizations</a:t>
            </a:r>
          </a:p>
          <a:p>
            <a:r>
              <a:rPr dirty="0"/>
              <a:t>Enable automated/scheduled data scraping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🛠️ </a:t>
            </a:r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Scraping: Python, Selenium/Requests, </a:t>
            </a:r>
            <a:r>
              <a:rPr dirty="0" err="1"/>
              <a:t>BeautifulSoup</a:t>
            </a:r>
            <a:endParaRPr dirty="0"/>
          </a:p>
          <a:p>
            <a:r>
              <a:rPr dirty="0"/>
              <a:t>Storage: CSV, Excel, MySQL</a:t>
            </a:r>
          </a:p>
          <a:p>
            <a:r>
              <a:rPr dirty="0"/>
              <a:t>Backend (if needed): Flask/Django</a:t>
            </a:r>
          </a:p>
          <a:p>
            <a:r>
              <a:rPr dirty="0"/>
              <a:t>Visualization: Power BI / </a:t>
            </a:r>
            <a:r>
              <a:rPr dirty="0" err="1"/>
              <a:t>Plotly</a:t>
            </a:r>
            <a:r>
              <a:rPr dirty="0"/>
              <a:t> / Dash</a:t>
            </a:r>
          </a:p>
          <a:p>
            <a:r>
              <a:rPr dirty="0"/>
              <a:t>Automation: Cron Jobs / Task Scheduler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🔀  </a:t>
            </a:r>
            <a:r>
              <a:rPr dirty="0"/>
              <a:t>Scraping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IREPS Portal</a:t>
            </a:r>
          </a:p>
          <a:p>
            <a:r>
              <a:t>Search &amp; Filter Tenders</a:t>
            </a:r>
          </a:p>
          <a:p>
            <a:r>
              <a:t>Extract Data Fields</a:t>
            </a:r>
          </a:p>
          <a:p>
            <a:r>
              <a:t>Store to File/Database</a:t>
            </a:r>
          </a:p>
          <a:p>
            <a:r>
              <a:t>Schedule for Regular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📊  </a:t>
            </a:r>
            <a:r>
              <a:rPr dirty="0"/>
              <a:t>Sample Data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4CA5C0-778D-728B-3EF8-2D82D7414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709815"/>
              </p:ext>
            </p:extLst>
          </p:nvPr>
        </p:nvGraphicFramePr>
        <p:xfrm>
          <a:off x="457200" y="2468880"/>
          <a:ext cx="8229600" cy="1920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428864556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169772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5209381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4961926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68239921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724159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Tender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Title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Org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Start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End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694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2024/1234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Supply of Rails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Central Railway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₹12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01-Mar-25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10-Apr-25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557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2024/5678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Track 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E. Railway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₹5.2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02-Mar-25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15-Apr-25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349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🎛️  </a:t>
            </a:r>
            <a:r>
              <a:rPr dirty="0"/>
              <a:t>Dashboard Sneak Peek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Organizations by Tender Value</a:t>
            </a:r>
          </a:p>
          <a:p>
            <a:r>
              <a:rPr dirty="0"/>
              <a:t>Monthly Trend of Tenders</a:t>
            </a:r>
          </a:p>
          <a:p>
            <a:r>
              <a:rPr dirty="0"/>
              <a:t>Tenders by Location (</a:t>
            </a:r>
            <a:r>
              <a:rPr lang="en-US" dirty="0"/>
              <a:t>Zone</a:t>
            </a:r>
            <a:r>
              <a:rPr dirty="0"/>
              <a:t>)</a:t>
            </a:r>
          </a:p>
          <a:p>
            <a:r>
              <a:rPr dirty="0"/>
              <a:t>Status-wise Tender Count</a:t>
            </a:r>
          </a:p>
          <a:p>
            <a:r>
              <a:rPr dirty="0"/>
              <a:t>Search &amp; Filter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👨‍💻 </a:t>
            </a:r>
            <a:r>
              <a:rPr dirty="0"/>
              <a:t>Automation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Scheduled Scraping using CRON</a:t>
            </a:r>
          </a:p>
          <a:p>
            <a:r>
              <a:t>Login/Session Handling</a:t>
            </a:r>
          </a:p>
          <a:p>
            <a:r>
              <a:t>Monthly Maintenance for Format Changes</a:t>
            </a:r>
          </a:p>
          <a:p>
            <a:r>
              <a:t>Email Summary of New Tenders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📅 </a:t>
            </a:r>
            <a:r>
              <a:rPr dirty="0"/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Requirement Finalization – </a:t>
            </a:r>
            <a:r>
              <a:rPr lang="en-US" dirty="0"/>
              <a:t>2-3</a:t>
            </a:r>
            <a:r>
              <a:rPr dirty="0"/>
              <a:t> Day</a:t>
            </a:r>
          </a:p>
          <a:p>
            <a:r>
              <a:rPr dirty="0"/>
              <a:t>Scraper Development – </a:t>
            </a:r>
            <a:r>
              <a:rPr lang="en-US" dirty="0"/>
              <a:t>7</a:t>
            </a:r>
            <a:r>
              <a:rPr dirty="0"/>
              <a:t>-</a:t>
            </a:r>
            <a:r>
              <a:rPr lang="en-US" dirty="0"/>
              <a:t>25</a:t>
            </a:r>
            <a:r>
              <a:rPr dirty="0"/>
              <a:t> Days</a:t>
            </a:r>
          </a:p>
          <a:p>
            <a:r>
              <a:rPr dirty="0"/>
              <a:t>Data Cleaning &amp; Testing – </a:t>
            </a:r>
            <a:r>
              <a:rPr lang="en-US" dirty="0"/>
              <a:t>10</a:t>
            </a:r>
            <a:r>
              <a:rPr dirty="0"/>
              <a:t> Day</a:t>
            </a:r>
          </a:p>
          <a:p>
            <a:r>
              <a:rPr dirty="0"/>
              <a:t>Dashboard Setup – </a:t>
            </a:r>
            <a:r>
              <a:rPr lang="en-US" dirty="0"/>
              <a:t>10</a:t>
            </a:r>
            <a:r>
              <a:rPr dirty="0"/>
              <a:t> Days</a:t>
            </a:r>
          </a:p>
          <a:p>
            <a:r>
              <a:rPr dirty="0"/>
              <a:t>Deployment &amp; Review – </a:t>
            </a:r>
            <a:r>
              <a:rPr lang="en-US" dirty="0"/>
              <a:t>1</a:t>
            </a:r>
            <a:r>
              <a:rPr dirty="0"/>
              <a:t> Day</a:t>
            </a:r>
          </a:p>
          <a:p>
            <a:r>
              <a:rPr dirty="0"/>
              <a:t>Buffer/Maintenance – </a:t>
            </a:r>
            <a:r>
              <a:rPr lang="en-US" dirty="0"/>
              <a:t>1</a:t>
            </a:r>
            <a:r>
              <a:rPr dirty="0"/>
              <a:t> Day</a:t>
            </a:r>
          </a:p>
          <a:p>
            <a:r>
              <a:rPr dirty="0"/>
              <a:t>Total: 7-</a:t>
            </a:r>
            <a:r>
              <a:rPr lang="en-US" dirty="0"/>
              <a:t>25</a:t>
            </a:r>
            <a:r>
              <a:rPr dirty="0"/>
              <a:t>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9592-848D-05B5-3B9C-70FAAE18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Phase-wise Cost Breakdown:</a:t>
            </a: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9108B2-ACC4-BABF-D4D2-7172C4861B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897221"/>
          <a:ext cx="8229600" cy="39319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4720269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93031214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27841075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3467723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Role(s)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058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Requirement Finalization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2–3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PM + Developer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₹14,000 – ₹21,000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057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Scraper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7–25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₹35,000 – ₹125,000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383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Data Cleaning &amp;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Analyst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₹45,000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092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Dashboard 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Analyst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₹45,000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370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Deployment &amp;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Deployment Engineer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₹3,000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03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Buffer / 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₹5,000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157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129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💰 Total Estimated Cost: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Font typeface="Arial" panose="020B0604020202020204" pitchFamily="34" charset="0"/>
              <a:buChar char="•"/>
            </a:pPr>
            <a:endParaRPr lang="en-US" b="1" dirty="0"/>
          </a:p>
          <a:p>
            <a:pPr algn="ctr">
              <a:buFont typeface="Arial" panose="020B0604020202020204" pitchFamily="34" charset="0"/>
              <a:buChar char="•"/>
            </a:pPr>
            <a:endParaRPr lang="en-US" b="1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 dirty="0"/>
              <a:t>Minimum Cost</a:t>
            </a:r>
            <a:r>
              <a:rPr lang="en-US" dirty="0"/>
              <a:t>: ₹</a:t>
            </a:r>
            <a:r>
              <a:rPr lang="en-US" b="1" dirty="0"/>
              <a:t>147,000</a:t>
            </a:r>
            <a:endParaRPr lang="en-U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 dirty="0"/>
              <a:t>Maximum Cost</a:t>
            </a:r>
            <a:r>
              <a:rPr lang="en-US" dirty="0"/>
              <a:t>: ₹</a:t>
            </a:r>
            <a:r>
              <a:rPr lang="en-US" b="1" dirty="0"/>
              <a:t>244,000</a:t>
            </a:r>
            <a:endParaRPr lang="en-US" dirty="0"/>
          </a:p>
          <a:p>
            <a:pPr algn="ctr"/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⏭️ </a:t>
            </a:r>
            <a:r>
              <a:rPr dirty="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scope &amp; approval</a:t>
            </a:r>
          </a:p>
          <a:p>
            <a:r>
              <a:t>Share credentials (if needed)</a:t>
            </a:r>
          </a:p>
          <a:p>
            <a:r>
              <a:t>Schedule review checkpoints</a:t>
            </a:r>
          </a:p>
          <a:p>
            <a:r>
              <a:t>Begin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342</Words>
  <Application>Microsoft Office PowerPoint</Application>
  <PresentationFormat>On-screen Show (4:3)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🎯 IREPS Indian Railway Tender Data Scraping &amp; Visualization</vt:lpstr>
      <vt:lpstr>🚚 Goals &amp; Deliverables</vt:lpstr>
      <vt:lpstr>🛠️ Technology Stack</vt:lpstr>
      <vt:lpstr>🔀  Scraping Workflow</vt:lpstr>
      <vt:lpstr>📊  Sample Data Table</vt:lpstr>
      <vt:lpstr>🎛️  Dashboard Sneak Peek</vt:lpstr>
      <vt:lpstr>👨‍💻 Automation &amp; Maintenance</vt:lpstr>
      <vt:lpstr>📅 Project Timeline</vt:lpstr>
      <vt:lpstr>📊 Phase-wise Cost Breakdown:</vt:lpstr>
      <vt:lpstr>💰 Total Estimated Cost:</vt:lpstr>
      <vt:lpstr>⏭️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🎯 IREPS Indian Railway Tender Data Scraping &amp; Visualization</dc:title>
  <dc:subject/>
  <dc:creator/>
  <cp:keywords/>
  <dc:description>generated using python-pptx</dc:description>
  <cp:lastModifiedBy>Anupam Manna</cp:lastModifiedBy>
  <cp:revision>5</cp:revision>
  <dcterms:created xsi:type="dcterms:W3CDTF">2013-01-27T09:14:16Z</dcterms:created>
  <dcterms:modified xsi:type="dcterms:W3CDTF">2025-04-10T13:34:55Z</dcterms:modified>
  <cp:category/>
</cp:coreProperties>
</file>